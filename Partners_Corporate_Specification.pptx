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Adoption Rate (%)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35</c:v>
                </c:pt>
                <c:pt idx="2">
                  <c:v>70</c:v>
                </c:pt>
                <c:pt idx="3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per Team Match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Manual Search</c:v>
                </c:pt>
                <c:pt idx="1">
                  <c:v>Partners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5.2</c:v>
                </c:pt>
                <c:pt idx="1">
                  <c:v>0.4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1: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Scalable Foundation for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Lead Developer, I want a zero-maintenance infrastructure so my team can focus purely on building features."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Tech Stack: Railway.app (FastAPI) &amp; Vercel (React Stack)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Lean Strategy: Serverless architectures eliminate idle server costs.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Instant scalability allows for seamless product launches with zero overhead.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2: FOUNDATION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Optimized Reasoning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Product Manager, I want a cost-effective AI model that maintains high performance for user bio generation."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Model: Google Gemini 2.0 Flash (Optimized Intelligence)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ROI Strategy: Prioritizing speed and minimal cost for validation phase.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High-reasoning matching at a fraction of legacy LLM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3: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Enterprise-Grade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Builder, I want my data protected and interactions sanitized to maintain a safe collaborative environment."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Control: Vertex AI Safety Filters for automated output sanitization.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Governance: PII stripping and IAM-based secret management.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Secure 'Synergy' matching without compromising developer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4: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High-Fidelity Input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User, I want to be matched based on my actual project history, not just a static resume."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Ingestion: Automated Public GitHub API integration.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Intelligence: Codebase summarization into structured BuilderProfile JSON.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Data-driven matching based on 'What you build' vs 'What you say'.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5: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Interface &amp;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solo dev, I want an interface that feels fast and builder-centric, removing the friction from networking."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Frontend: High-performance React UI with professional aesthetics.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Backend: FastAPI 'Middle Agent' orchestrating LLM &amp; GitHub services.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A seamless flow from interest to collaboration.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6: SPONSORSHIP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Strategic Executive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an Executive Sponsor, I want to see increased talent density and cross-functional collaboration metrics."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Sponsorship: CTO / Head of Innovation (Strategic Oversight).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Organizational Value: Breaking silos through transparent builder profiles.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Moving from 'Luck-based' to 'Data-driven' culture.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7: BUSINESS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Workflow Efficiency Redesign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Hackathon Organizer, I want to delegate teammate discovery to AI to focus on event logistics."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Automation: AI-driven discovery and bio generation tasks.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Synergy Engine: Reducing networking friction from hours to minutes.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Delegating the 'Search' so developers can focus on the 'Build'.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8: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Ethical &amp; Quality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Governance Officer, I want to ensure AI outputs are fair, unbiased, and aligned with company values."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Ownership: Joint IT/Business stakeholder model.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Auditing: Regular quality checks on 'Chemistry Scores' and reasoning.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Building trust in the 'Synergy Engine' through transparency.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9: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User Adoption &amp;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new user, I want clear guidance on how to define my 'Build Idea' for the best possible match."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Training: Workshops on 'The Art of the Build Idea'.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Productivity: AI as a 'Co-Pilot' for creative success.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Empowering users to express intent clearly for optimal AI outcomes.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3200400"/>
          <a:ext cx="3657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10: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Measuring Strategic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Project Lead, I want to see the quantitative impact of AI-driven matching on our delivery speed."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KPI 1: 85% Reduction in 'Time-to-Teammate' delay.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KPI 2: 40% Increase in Match-to-Collaboration conversion rates.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Partners Vision: Continuous iteration based on high-fidelity user feedback.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3200400"/>
          <a:ext cx="3657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  <a:latin typeface="Arial"/>
              </a:defRPr>
            </a:pPr>
            <a:r>
              <a:t>Partners (PulseBuild) // Corporate GenAI Strategy 2026 //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