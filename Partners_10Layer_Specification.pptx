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1: INFRASTRUCTURE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Compute: Railway.app (FastAPI) &amp; Vercel (React)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Storage: builders.json (MVP) -&gt; PostgreSQL (Prod)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Justification: Serverless PaaS avoids idle server costs.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Deploy in seconds, scale with traffic.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2: FOUNDATION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Choice: Google Gemini 2.0 Flash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Justification: Optimized for latency and minimal cost.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Tiering: Flash handles 90% of requests (Bios, Matching).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Start small to validate business value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3: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Guardrails: Vertex AI Safety Filters for output sanitization.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Access: Secret management &amp; specific IAM roles.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Data: PII stripping before LLM processing.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Use built-in cloud safety filters for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4: DATA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Ingestion: Real-time via GitHub API.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Segmenting: Profiles chunked into structured BuilderProfile JSON.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Freshness: Sync on login; real-time intent updates.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Use official APIs to avoid brittle scrapers.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5: APPLICATION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Interface: Hacker-aesthetic React UI with Framer Motion.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Orchestration: FastAPI acting as the 'Middle Agent'.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Flow: User -&gt; GitHub -&gt; FastAPI -&gt; Gemini -&gt; Result.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Centralize logic in the backend for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6: SPONSORSHIP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Sponsor: CTO / Head of Innovation.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Justification: High-level alignment for cultural integration.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Rationale: Break silos to access cross-functional talent data.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Secure sponsorship early for long-term runway.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7: BUSINESS PROCESS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Automation: AI handles 'Bio Writing' &amp; 'Discovery'.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Human-in-the-Loop: Humans make the final project 'handshake'.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Analysis: Delegating friction, not the entire decision.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Identify tasks to automate, not entire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8: GOVERNANCE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Model: IT &amp; Business co-ownership model.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Auditing: Periodically review 'Chemistry Scores' for bias.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Quality: Prompt engineering refinement via real outcomes.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Define ownership early to avoid technical debt.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9: ONBOARDING / TRAINING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Strategy: 'Synergy Prompting' workshops for builders.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Awareness: AI as a 'Co-Pilot' for collaboration.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Goal: Maximize Gemini's matching capabilities via training.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Focus on utility to drive natural adoption.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FF41"/>
                </a:solidFill>
                <a:latin typeface="Courier New"/>
              </a:defRPr>
            </a:pPr>
            <a:r>
              <a:t>LAYER 10: UX / KPIS / PERFORMANCE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645920"/>
            <a:ext cx="8229600" cy="0"/>
          </a:xfrm>
          <a:prstGeom prst="line">
            <a:avLst/>
          </a:prstGeom>
          <a:ln w="25400">
            <a:solidFill>
              <a:srgbClr val="00F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2860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KPI 1: Match-to-Collab Rate (Success metric).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KPI 2: Time-to-Teammate (Efficiency metric &lt; 5m).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KPI 3: Vibe Sentiment (Qualitative user feedback).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  <a:latin typeface="Courier New"/>
              </a:defRPr>
            </a:pPr>
            <a:r>
              <a:t>&gt; Lean Tip: Iterate daily based on these 3 clear indicators.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Courier New"/>
              </a:defRPr>
            </a:pPr>
            <a:r>
              <a:t>PARTNERS_OS // ENCRYPTION: AES-256 // SYNERGY_ENGINE_ACTIVE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