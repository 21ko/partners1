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Idle Cost ($)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Traditional Server</c:v>
                </c:pt>
                <c:pt idx="1">
                  <c:v>Serverless (Railway)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Processing Units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Profile Data</c:v>
                </c:pt>
                <c:pt idx="1">
                  <c:v>Repo Analysis</c:v>
                </c:pt>
                <c:pt idx="2">
                  <c:v>Code History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45</c:v>
                </c:pt>
                <c:pt idx="2">
                  <c:v>85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Friction %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Manual Network</c:v>
                </c:pt>
                <c:pt idx="1">
                  <c:v>AI Match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12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%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45</c:v>
                </c:pt>
                <c:pt idx="2">
                  <c:v>75</c:v>
                </c:pt>
                <c:pt idx="3">
                  <c:v>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Score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Manual</c:v>
                </c:pt>
                <c:pt idx="1">
                  <c:v>Partners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1: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Scalable Foundation for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Lead Developer, I want a zero-maintenance infrastructure so my team can focus purely on building features."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Tech Stack: Railway.app (FastAPI) &amp; Vercel (React)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Lean Strategy: Serverless eliminates idle costs.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90% reduction in maintenance overhead.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256032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2: FOUNDATION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Optimized Reasoning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Product Manager, I want a cost-effective AI model that maintains high performance."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Model: Google Gemini 2.0 Flash (Optimized Intelligence)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ROI Strategy: High performance at 1/10th of the cost.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Sub-second latency for real-time bios.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3: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Enterprise-Grade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Builder, I want my data protected and interactions sanitized."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Control: Vertex AI Safety Filters &amp; PII stripping.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Governance: IAM-based secret management.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Secure collaborative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4: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High-Fidelity Input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User, I want to be matched based on my actual project history."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Ingestion: Automated Public GitHub API integration.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Intelligence: Structuring code history into JSON profiles.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Data-driven matching (GitHub-first).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256032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5: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Interface &amp;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solo dev, I want an interface that feels fast and builder-centric."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Frontend: High-performance React UI.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Backend: FastAPI 'Middle Agent' orchestration.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Zero-friction from intent to collab.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6: SPONSORSHIP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Strategic Executive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an Executive, I want to see increased cross-functional collaboration metrics."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Sponsorship: CTO / Head of Innovation.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Value: Breaking silos with transparent builder data.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Shifting culture to data-driven synergy.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7: BUSINESS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Workflow Efficiency Redesign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Hackathon Organizer, I want to delegate teammate discovery to AI."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Automation: AI-driven discovery &amp; bio generation.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Synergy: Process reduction from hours to minutes.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Developers build; AI searches.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256032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8: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Ethical &amp; Quality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Governance Officer, I want to ensure AI outputs are fair and unbiased."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Ownership: Joint IT/Business stakeholder model.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Auditing: Regular quality checks on matching logic.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Transparent 'Synergy'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9: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User Adoption &amp;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new user, I want clear guidance on my 'Build Idea' expression."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Training: Workshops on 'The Art of the Build Idea'.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Productivity: AI as a 'Co-Pilot' accelerator.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Empowering user intent clarity.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256032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B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LAYER 10: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7EBFF"/>
                </a:solidFill>
                <a:latin typeface="Arial"/>
              </a:defRPr>
            </a:pPr>
            <a:r>
              <a:t>Measuring Strategic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4FA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212529"/>
                </a:solidFill>
                <a:latin typeface="Arial"/>
              </a:defRPr>
            </a:pPr>
            <a:r>
              <a:t>USER STORY: "As a Project Lead, I want a quantitative impact on our delivery speed."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KPI 1: 85% Reduction in 'Time-to-Teammate'.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KPI 2: 40% Increase in Collaboration conversion.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Arial"/>
              </a:defRPr>
            </a:pPr>
            <a:r>
              <a:t>Vision Sync: Iteration based on synergy fidelity.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0" y="256032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Partners (PulseBuild) // GenAI High-Impact Strategy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